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Corben"/>
      <p:regular r:id="rId18"/>
    </p:embeddedFont>
    <p:embeddedFont>
      <p:font typeface="Corben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  <p:embeddedFont>
      <p:font typeface="Nobile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092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NBKR Institute Of Science and Technology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8640"/>
            <a:ext cx="892944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Inventory Tracker for Stationery Shop in C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52657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Punamalli venkata Kumar 24KB1A05FF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567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Inventory Tracker for Stationery Shop in C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1447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presentation covers the development of an inventory tracker application designed specifically for a stationery shop. Implemented in C language, this program manages stock items, updates quantities, and calculates the total inventory value.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2123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provides a command-line interface for adding new items, updating existing stock, displaying current inventory, and evaluating overall asset worth, showcasing practical use of linked lists and dynamic memory in C.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293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782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2656165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Efficient Inventory Management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500914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Streamline the tracking of stationery items including name, quantity, and price.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25782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0919" y="2656165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Dynamic Data Handling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3500914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Utilize dynamic structures to flexibly accommodate changing inventory sizes without fixed limits.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061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484019"/>
            <a:ext cx="31189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User-Friendly Interface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97443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 console-based interaction for ease of use and quick data manipulation.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0151"/>
            <a:ext cx="86909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Use C and Data Structures?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35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C?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170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Efficient memory management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5924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Close-to-hardware control ideal for system-level programming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Widely used in embedded and performance-critical applications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435906"/>
            <a:ext cx="28504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Structures Used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0170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Linked lists for dynamic inventory records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4592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Simple structs for item representation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9014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Dynamic memory allocation for flexible inventory size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70" y="924997"/>
            <a:ext cx="7795260" cy="120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Algorithm and Implementation Details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418159"/>
            <a:ext cx="963335" cy="11560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6669" y="2610803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Add Item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926669" y="3027402"/>
            <a:ext cx="6542961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a new inventory node and insert it at the start of the linked list.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574256"/>
            <a:ext cx="963335" cy="11560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6669" y="3766899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Update Stock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926669" y="4183499"/>
            <a:ext cx="6542961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Traverse the list to locate the item and adjust its quantity accordingly.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730353"/>
            <a:ext cx="963335" cy="11560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26669" y="4922996"/>
            <a:ext cx="2891433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Calculate Inventory Value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926669" y="5339596"/>
            <a:ext cx="6542961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Iterate over all items, aggregating the product of quantity and price.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5886450"/>
            <a:ext cx="963335" cy="141815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26669" y="6079093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Display Inventory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1926669" y="6495693"/>
            <a:ext cx="6542961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Sequentially print the name, quantity, and price of each item to the console.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8270" y="527804"/>
            <a:ext cx="7450455" cy="59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Lessons Learned from the Project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158270" y="1415534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57818" y="1615083"/>
            <a:ext cx="2488287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Memory Management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57818" y="2030016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Handling dynamic memory with malloc requires careful allocation and release to avoid leaks.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58270" y="3035618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7818" y="3235166"/>
            <a:ext cx="2409230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Linked List Traversal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57818" y="3650099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Efficient traversal and update logic are crucial for maintaining data integrity and accuracy.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8270" y="4655701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7818" y="4855250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User Interaction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57818" y="5270182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Simple input validation and clear prompts enhance usability in console applications.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8270" y="6275784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7818" y="6475333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Modular Design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357818" y="6890266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Separating functionalities into discrete functions improves maintainability and testing.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9404"/>
            <a:ext cx="66664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Code Structure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5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Struct Definition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5630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Holds item name, quantity, price, and pointer to the next item enabling linked list chaining.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175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Functions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7563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createItem: Allocates and initializes item nodes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1985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addItem: Inserts new nodes at the list head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6406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updateStock: Adjusts quantity for existing items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08289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calculateInventoryValue: Aggregates total monetary value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8879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displayInventory: Prints inventory table to console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8902" y="592217"/>
            <a:ext cx="7666196" cy="131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User Interface and Program Flow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976432" y="2228374"/>
            <a:ext cx="22860" cy="5409009"/>
          </a:xfrm>
          <a:prstGeom prst="roundRect">
            <a:avLst>
              <a:gd name="adj" fmla="val 387924"/>
            </a:avLst>
          </a:prstGeom>
          <a:solidFill>
            <a:srgbClr val="B8BFDF"/>
          </a:solidFill>
          <a:ln/>
        </p:spPr>
      </p:sp>
      <p:sp>
        <p:nvSpPr>
          <p:cNvPr id="5" name="Shape 2"/>
          <p:cNvSpPr/>
          <p:nvPr/>
        </p:nvSpPr>
        <p:spPr>
          <a:xfrm>
            <a:off x="1191101" y="2454473"/>
            <a:ext cx="633412" cy="22860"/>
          </a:xfrm>
          <a:prstGeom prst="roundRect">
            <a:avLst>
              <a:gd name="adj" fmla="val 387924"/>
            </a:avLst>
          </a:prstGeom>
          <a:solidFill>
            <a:srgbClr val="B8BFDF"/>
          </a:solidFill>
          <a:ln/>
        </p:spPr>
      </p:sp>
      <p:sp>
        <p:nvSpPr>
          <p:cNvPr id="6" name="Shape 3"/>
          <p:cNvSpPr/>
          <p:nvPr/>
        </p:nvSpPr>
        <p:spPr>
          <a:xfrm>
            <a:off x="738902" y="2228374"/>
            <a:ext cx="475059" cy="475059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078" y="2267962"/>
            <a:ext cx="316706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032040" y="2300883"/>
            <a:ext cx="263925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Menu Display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032040" y="2757488"/>
            <a:ext cx="6373058" cy="675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Shows options: Add Item, Update Stock, Display Inventory, Calculate Value, Exit.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191101" y="4081105"/>
            <a:ext cx="633412" cy="22860"/>
          </a:xfrm>
          <a:prstGeom prst="roundRect">
            <a:avLst>
              <a:gd name="adj" fmla="val 387924"/>
            </a:avLst>
          </a:prstGeom>
          <a:solidFill>
            <a:srgbClr val="B8BFDF"/>
          </a:solidFill>
          <a:ln/>
        </p:spPr>
      </p:sp>
      <p:sp>
        <p:nvSpPr>
          <p:cNvPr id="11" name="Shape 8"/>
          <p:cNvSpPr/>
          <p:nvPr/>
        </p:nvSpPr>
        <p:spPr>
          <a:xfrm>
            <a:off x="738902" y="3855006"/>
            <a:ext cx="475059" cy="475059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078" y="3894594"/>
            <a:ext cx="316706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032040" y="3927515"/>
            <a:ext cx="263925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User Input Handling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032040" y="4384119"/>
            <a:ext cx="6373058" cy="337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Reads user selections and relevant data via console input.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191101" y="5370076"/>
            <a:ext cx="633412" cy="22860"/>
          </a:xfrm>
          <a:prstGeom prst="roundRect">
            <a:avLst>
              <a:gd name="adj" fmla="val 387924"/>
            </a:avLst>
          </a:prstGeom>
          <a:solidFill>
            <a:srgbClr val="B8BFDF"/>
          </a:solidFill>
          <a:ln/>
        </p:spPr>
      </p:sp>
      <p:sp>
        <p:nvSpPr>
          <p:cNvPr id="16" name="Shape 13"/>
          <p:cNvSpPr/>
          <p:nvPr/>
        </p:nvSpPr>
        <p:spPr>
          <a:xfrm>
            <a:off x="738902" y="5143976"/>
            <a:ext cx="475059" cy="475059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8078" y="5183565"/>
            <a:ext cx="316706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032040" y="5216485"/>
            <a:ext cx="263925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Action Execution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032040" y="5673090"/>
            <a:ext cx="6373058" cy="675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Calls corresponding function for each menu choice with error checks.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91101" y="6996708"/>
            <a:ext cx="633412" cy="22860"/>
          </a:xfrm>
          <a:prstGeom prst="roundRect">
            <a:avLst>
              <a:gd name="adj" fmla="val 387924"/>
            </a:avLst>
          </a:prstGeom>
          <a:solidFill>
            <a:srgbClr val="B8BFDF"/>
          </a:solidFill>
          <a:ln/>
        </p:spPr>
      </p:sp>
      <p:sp>
        <p:nvSpPr>
          <p:cNvPr id="21" name="Shape 18"/>
          <p:cNvSpPr/>
          <p:nvPr/>
        </p:nvSpPr>
        <p:spPr>
          <a:xfrm>
            <a:off x="738902" y="6770608"/>
            <a:ext cx="475059" cy="475059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078" y="6810196"/>
            <a:ext cx="316706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2032040" y="6843117"/>
            <a:ext cx="263925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Loop Control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2032040" y="7299722"/>
            <a:ext cx="6373058" cy="337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Continues until user explicitly chooses to exit.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2244"/>
            <a:ext cx="106668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Visual Representation of Inventory Data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74652"/>
            <a:ext cx="6379607" cy="3942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201013"/>
            <a:ext cx="38194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Structure Visualization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691432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Shows how each list node contains item data and a pointer to the next item, representing the inventory chain.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1974652"/>
            <a:ext cx="6379726" cy="39428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6201013"/>
            <a:ext cx="30508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Inventory Table Output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6691432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Demonstrates formatted printout of current items for quick user reference.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4255"/>
            <a:ext cx="64750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Sample Program Output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53195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1753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Add Item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2243614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Shows confirmation after adding 'Pen' with quantity 100 and price ₹5.50.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196233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4134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Update Stock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3686651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Updates quantity of 'Pen' by adding 50 units, with confirmation displayed.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4639270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415" y="46392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Display Inventory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129689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Presents current list with items, quantities, and prices in tabular form.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814513" y="6082308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24695" y="6082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Calculate Total Value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324695" y="6572726"/>
            <a:ext cx="60255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Outputs the cumulative monetary value of all inventory items.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62169"/>
            <a:ext cx="67541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Summary and Next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21111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2288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Summary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2779395"/>
            <a:ext cx="289941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Implemented a dynamic C program tracking stationery items using linked lists, supporting key operations and calculations.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221111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37319" y="2288977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Potential Enhancements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3133725"/>
            <a:ext cx="28994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Extend with file I/O for persistent storage, implement deletion of items, enhance user input validation.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104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488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978723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demonstrates practical use of pointers, structs, and dynamic memory in C to solve real-world inventory challenges.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2025-04-30T16:03:38Z</dcterms:created>
  <dcterms:modified xsi:type="dcterms:W3CDTF">2025-04-30T16:03:38Z</dcterms:modified>
</cp:coreProperties>
</file>